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0F3E83-A2D4-113B-BD8C-7397DB9297B6}" name="Vinh Nguyen" initials="VN" userId="fc4d35cec033ecb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25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E5ED-D394-E53E-4AF2-69C0B672A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2407F-C79A-B5C5-D6DC-D83D55B76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C5876-4F96-A404-2F06-72EB6EFF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DA2A6-61CD-A345-F82E-1FEF62C4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404FA-876D-CE59-B52C-BF256CB7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14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07F0-8BCE-B1FF-D41E-E931D277F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0B62E-A707-46BB-E47D-2BF097661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21FD-9E6C-1789-D36D-E59A8560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7FFA-8379-4656-650B-6168A949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B3D4A-23E7-1ECD-C129-8420551C0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9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ACD0A-E2BD-3F5F-B19C-597D7DD1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E5047-AD30-624C-8E31-E88427CE4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CF5E2-58CD-8EE3-D252-43B134EB5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EEFFE-03DE-6B10-2F3F-B862959D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EC444-8108-DC82-4324-828D2AFF1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8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A2A1-A3DD-242F-7B9D-0526D432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1761-32C4-7317-2B69-27ACA2C55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BD107-7FD2-C233-5AB8-98613CF3C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BA20D-A16B-2AEF-6681-57DF9172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0ECFD-FF38-14A0-AD16-09ED37A9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F7305-91E8-AD64-3A70-9CDB224A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6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7EF0-14E8-E3CB-79AB-55161C20B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29CBC-5374-5288-0DC9-AE849DD07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9FAA4-E0B6-532C-128C-147FA57E1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85805-BFF3-1946-5DA5-2EAFD1D38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58952-BB7C-05B1-7FD1-CB2196FAC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21E4F-FE41-AEBF-E831-92C497B0D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ABE5C2-14AC-1428-05D0-15E49A52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3549C-4370-5573-38DD-4C7D3F90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61F7-05C1-F9CD-9A52-A289D3A0B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98BCD-FC7C-5A2C-F63C-00B6AC0AF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5E6558-C602-81B6-219B-852F439AC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494D9-89A4-3519-C5EB-9499E05C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45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6D10A-4544-48CD-415A-9E851D536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DF58B3-3338-A889-6904-39F28483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DD7BE-DDF2-5B2F-E0F9-BB13924D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8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9A77-6284-FCB2-9A2B-1C072E38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63AF8-9DCE-2B36-EF69-257B0D7DF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85CCE-B902-1A40-3EB2-2340D591F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796E6-65CC-DF86-4830-5CE66245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42659-4484-625A-4C84-12E727A5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3E070-45AB-2A0D-1FEC-06EDCA10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88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D07C2-88F8-B87A-B224-C5838041C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E55CC-85EC-DB78-40FD-7ACD8B67E8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7610F-06EC-6A97-F1D0-CD4E04872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9D400-C6B8-38A4-0059-416E5201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D7CE8-8FB9-573C-97EA-F1AEE1F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CD2BB-05E1-1A6E-A638-692F2331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4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D876-6FAA-9BCF-0199-CB1A8F63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49157-7234-27F9-56F9-EE9562F7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E8D4F-D8BD-C8DF-8EF3-9654E6B9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679B8-6C35-271D-FBC3-EF4221BE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4FB48-44F6-F4F4-02A3-E5351AFE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8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37787-CC2F-5640-5CD9-5A79992AE8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D5F13-0185-CCEA-ABBE-07DE1F7B6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FAF46-6A42-2D32-6D07-D44B98BE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E323F-0971-151C-2724-A32BA728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8CC91-155B-A1D6-5529-58CD92C12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9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07966-AC40-1C17-1EAC-66A32832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7EB1B-CC5F-F388-89BB-F5E06E694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C795A-D872-5ACF-877E-6E4A93266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FA11D-0AFD-463D-A0BE-B3034075D3A6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2898E-6D6E-8AB2-D1B5-144C2DF61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A69CB-D410-2B59-1EBC-48B43EB89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AA473-D3D0-4347-BF48-A697D02158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02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BFC9-22C0-6646-002B-8482145AF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771" y="1122363"/>
            <a:ext cx="10640291" cy="2387600"/>
          </a:xfrm>
        </p:spPr>
        <p:txBody>
          <a:bodyPr>
            <a:normAutofit/>
          </a:bodyPr>
          <a:lstStyle/>
          <a:p>
            <a:r>
              <a:rPr lang="en-US" b="1" dirty="0" err="1"/>
              <a:t>Phần</a:t>
            </a:r>
            <a:r>
              <a:rPr lang="en-US" b="1" dirty="0"/>
              <a:t> 4 – Slide </a:t>
            </a:r>
            <a:r>
              <a:rPr lang="en-US" b="1" dirty="0" err="1"/>
              <a:t>báo</a:t>
            </a:r>
            <a:r>
              <a:rPr lang="en-US" b="1" dirty="0"/>
              <a:t> </a:t>
            </a:r>
            <a:r>
              <a:rPr lang="en-US" b="1" dirty="0" err="1"/>
              <a:t>cáo</a:t>
            </a:r>
            <a:r>
              <a:rPr lang="en-US" b="1" dirty="0"/>
              <a:t> </a:t>
            </a:r>
            <a:r>
              <a:rPr lang="en-US" b="1" dirty="0" err="1"/>
              <a:t>tiến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endParaRPr lang="en-US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AB02D9B-7F1D-F138-5ED1-8D730B16B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778" y="3602038"/>
            <a:ext cx="9637221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984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A25A-B297-C197-AA85-7530F4022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251" y="120852"/>
            <a:ext cx="10515600" cy="1325563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FC77B-AEFA-29CA-E9C6-02B47B118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33677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Assertion Title (</a:t>
            </a:r>
            <a:r>
              <a:rPr lang="en-US" b="1" dirty="0" err="1"/>
              <a:t>Tiêu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-“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75%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,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”</a:t>
            </a:r>
          </a:p>
          <a:p>
            <a:pPr lvl="0"/>
            <a:r>
              <a:rPr lang="en-US" b="1" dirty="0"/>
              <a:t>Content Area (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/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r>
              <a:rPr lang="en-US" b="1" dirty="0"/>
              <a:t> </a:t>
            </a:r>
            <a:r>
              <a:rPr lang="en-US" b="1" dirty="0" err="1"/>
              <a:t>nổi</a:t>
            </a:r>
            <a:r>
              <a:rPr lang="en-US" b="1" dirty="0"/>
              <a:t> </a:t>
            </a:r>
            <a:r>
              <a:rPr lang="en-US" b="1" dirty="0" err="1"/>
              <a:t>bật</a:t>
            </a:r>
            <a:r>
              <a:rPr lang="en-US" b="1" dirty="0"/>
              <a:t>):</a:t>
            </a:r>
          </a:p>
          <a:p>
            <a:pPr marL="0" lvl="0" indent="0">
              <a:buNone/>
            </a:pPr>
            <a:r>
              <a:rPr lang="en-US" dirty="0"/>
              <a:t>-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 </a:t>
            </a:r>
            <a:r>
              <a:rPr lang="en-US" dirty="0" err="1"/>
              <a:t>tháng</a:t>
            </a:r>
            <a:r>
              <a:rPr lang="en-US" dirty="0"/>
              <a:t> 10: </a:t>
            </a:r>
            <a:r>
              <a:rPr lang="en-US" b="1" dirty="0"/>
              <a:t>4 </a:t>
            </a:r>
            <a:r>
              <a:rPr lang="en-US" b="1" dirty="0" err="1"/>
              <a:t>phiếu</a:t>
            </a:r>
            <a:r>
              <a:rPr lang="en-US" dirty="0"/>
              <a:t> (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: 2,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: 1,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: 1).</a:t>
            </a:r>
          </a:p>
          <a:p>
            <a:pPr marL="0" lvl="0" indent="0">
              <a:buNone/>
            </a:pPr>
            <a:r>
              <a:rPr lang="en-US" dirty="0"/>
              <a:t>-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nghẽn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</a:t>
            </a:r>
            <a:r>
              <a:rPr lang="en-US" b="1" dirty="0"/>
              <a:t>1 </a:t>
            </a: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sách</a:t>
            </a:r>
            <a:r>
              <a:rPr lang="en-US" b="1" dirty="0"/>
              <a:t> </a:t>
            </a:r>
            <a:r>
              <a:rPr lang="en-US" b="1" dirty="0" err="1"/>
              <a:t>sai</a:t>
            </a:r>
            <a:r>
              <a:rPr lang="en-US" b="1" dirty="0"/>
              <a:t> (S099)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</a:t>
            </a:r>
          </a:p>
          <a:p>
            <a:pPr marL="0" lvl="0" indent="0">
              <a:buNone/>
            </a:pPr>
            <a:r>
              <a:rPr lang="en-US" b="1" dirty="0" err="1"/>
              <a:t>Loại</a:t>
            </a:r>
            <a:r>
              <a:rPr lang="en-US" b="1" dirty="0"/>
              <a:t> </a:t>
            </a:r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lựa</a:t>
            </a:r>
            <a:r>
              <a:rPr lang="en-US" b="1" dirty="0"/>
              <a:t> </a:t>
            </a:r>
            <a:r>
              <a:rPr lang="en-US" b="1" dirty="0" err="1"/>
              <a:t>chọn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b="1" dirty="0"/>
              <a:t>Donut Chart (</a:t>
            </a:r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tròn</a:t>
            </a:r>
            <a:r>
              <a:rPr lang="en-US" b="1" dirty="0"/>
              <a:t> </a:t>
            </a:r>
            <a:r>
              <a:rPr lang="en-US" b="1" dirty="0" err="1"/>
              <a:t>dạng</a:t>
            </a:r>
            <a:r>
              <a:rPr lang="en-US" b="1" dirty="0"/>
              <a:t> </a:t>
            </a:r>
            <a:r>
              <a:rPr lang="en-US" b="1" dirty="0" err="1"/>
              <a:t>vành</a:t>
            </a:r>
            <a:r>
              <a:rPr lang="en-US" b="1" dirty="0"/>
              <a:t> </a:t>
            </a:r>
            <a:r>
              <a:rPr lang="en-US" b="1" dirty="0" err="1"/>
              <a:t>khăn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.</a:t>
            </a:r>
          </a:p>
          <a:p>
            <a:pPr marL="0" lvl="0" indent="0">
              <a:buNone/>
            </a:pPr>
            <a:r>
              <a:rPr lang="en-US" i="1" dirty="0"/>
              <a:t>-Lý do </a:t>
            </a:r>
            <a:r>
              <a:rPr lang="en-US" i="1" dirty="0" err="1"/>
              <a:t>chọn</a:t>
            </a:r>
            <a:r>
              <a:rPr lang="en-US" i="1" dirty="0"/>
              <a:t>: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mượn</a:t>
            </a:r>
            <a:r>
              <a:rPr lang="en-US" dirty="0"/>
              <a:t>,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,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)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rối</a:t>
            </a:r>
            <a:r>
              <a:rPr lang="en-US" dirty="0"/>
              <a:t> </a:t>
            </a:r>
            <a:r>
              <a:rPr lang="en-US" dirty="0" err="1"/>
              <a:t>mắt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2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5F37-A1EE-E75E-DF94-6895F78A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Rule 10/20/30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69094-EA2C-D84C-682A-CA93A285A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Quy </a:t>
            </a:r>
            <a:r>
              <a:rPr lang="en-US" b="1" dirty="0" err="1"/>
              <a:t>mô</a:t>
            </a:r>
            <a:r>
              <a:rPr lang="en-US" b="1" dirty="0"/>
              <a:t> slide:</a:t>
            </a:r>
            <a:r>
              <a:rPr lang="en-US" dirty="0"/>
              <a:t> Slide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b="1" dirty="0"/>
              <a:t>1 slide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b="1" dirty="0"/>
              <a:t>10 slides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r>
              <a:rPr lang="en-US" b="1" dirty="0" err="1"/>
              <a:t>Thời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bày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</a:t>
            </a:r>
            <a:r>
              <a:rPr lang="en-US" b="1" dirty="0"/>
              <a:t>2 </a:t>
            </a:r>
            <a:r>
              <a:rPr lang="en-US" b="1" dirty="0" err="1"/>
              <a:t>phút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slide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b="1" dirty="0"/>
              <a:t>20 </a:t>
            </a:r>
            <a:r>
              <a:rPr lang="en-US" b="1" dirty="0" err="1"/>
              <a:t>phút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857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244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Phần 4 – Slide báo cáo tiến độ</vt:lpstr>
      <vt:lpstr>1. Thiết kế nội dung slide</vt:lpstr>
      <vt:lpstr>Áp dụng Rule 10/20/30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Vinh Nguyen</dc:creator>
  <cp:lastModifiedBy>Vinh Nguyen</cp:lastModifiedBy>
  <cp:revision>1</cp:revision>
  <dcterms:created xsi:type="dcterms:W3CDTF">2026-10-20T04:22:20Z</dcterms:created>
  <dcterms:modified xsi:type="dcterms:W3CDTF">2026-10-20T04:27:57Z</dcterms:modified>
</cp:coreProperties>
</file>